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ADEAD7-7185-48EB-9E99-766B5EC5DFB9}" type="doc">
      <dgm:prSet loTypeId="urn:microsoft.com/office/officeart/2005/8/layout/cycle3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EC"/>
        </a:p>
      </dgm:t>
    </dgm:pt>
    <dgm:pt modelId="{D5D431C5-4317-488F-878F-26886476702D}">
      <dgm:prSet phldrT="[Texto]"/>
      <dgm:spPr/>
      <dgm:t>
        <a:bodyPr/>
        <a:lstStyle/>
        <a:p>
          <a:r>
            <a:rPr lang="es-MX" dirty="0"/>
            <a:t>CONTEXTO</a:t>
          </a:r>
          <a:endParaRPr lang="es-EC" dirty="0"/>
        </a:p>
      </dgm:t>
    </dgm:pt>
    <dgm:pt modelId="{ABAC5E72-5DC9-4B5E-B522-385F29AF0781}" type="parTrans" cxnId="{337A8F03-A1EC-46F9-A223-B7CA74D36F5B}">
      <dgm:prSet/>
      <dgm:spPr/>
      <dgm:t>
        <a:bodyPr/>
        <a:lstStyle/>
        <a:p>
          <a:endParaRPr lang="es-EC"/>
        </a:p>
      </dgm:t>
    </dgm:pt>
    <dgm:pt modelId="{C91CD758-42F7-43D0-8C18-1EEBCE3FF383}" type="sibTrans" cxnId="{337A8F03-A1EC-46F9-A223-B7CA74D36F5B}">
      <dgm:prSet/>
      <dgm:spPr/>
      <dgm:t>
        <a:bodyPr/>
        <a:lstStyle/>
        <a:p>
          <a:endParaRPr lang="es-EC"/>
        </a:p>
      </dgm:t>
    </dgm:pt>
    <dgm:pt modelId="{9872C4B5-DB30-4F7E-9314-B1EBE29DE7D8}">
      <dgm:prSet phldrT="[Texto]"/>
      <dgm:spPr/>
      <dgm:t>
        <a:bodyPr/>
        <a:lstStyle/>
        <a:p>
          <a:r>
            <a:rPr lang="es-EC" dirty="0"/>
            <a:t>Vivimos en una época donde la tecnología forma parte de casi todas nuestras actividades. </a:t>
          </a:r>
        </a:p>
      </dgm:t>
    </dgm:pt>
    <dgm:pt modelId="{6234953A-D399-493D-AB04-34F106310EDE}" type="parTrans" cxnId="{C0C7B08A-8015-4AE8-9AB0-0A24A2495244}">
      <dgm:prSet/>
      <dgm:spPr/>
      <dgm:t>
        <a:bodyPr/>
        <a:lstStyle/>
        <a:p>
          <a:endParaRPr lang="es-EC"/>
        </a:p>
      </dgm:t>
    </dgm:pt>
    <dgm:pt modelId="{1B160BA5-791E-49B1-B740-0072C47EDF98}" type="sibTrans" cxnId="{C0C7B08A-8015-4AE8-9AB0-0A24A2495244}">
      <dgm:prSet/>
      <dgm:spPr/>
      <dgm:t>
        <a:bodyPr/>
        <a:lstStyle/>
        <a:p>
          <a:endParaRPr lang="es-EC"/>
        </a:p>
      </dgm:t>
    </dgm:pt>
    <dgm:pt modelId="{47D4D094-2CCF-4228-AD7A-3AD1DF9241E9}">
      <dgm:prSet phldrT="[Texto]"/>
      <dgm:spPr/>
      <dgm:t>
        <a:bodyPr/>
        <a:lstStyle/>
        <a:p>
          <a:r>
            <a:rPr lang="es-EC" dirty="0"/>
            <a:t>Detrás de cada aplicación, juego o sistema hay una lógica de programación que lo hace funcionar. </a:t>
          </a:r>
        </a:p>
      </dgm:t>
    </dgm:pt>
    <dgm:pt modelId="{587E63D6-48ED-4D66-8D5D-B22BA3CB51A3}" type="parTrans" cxnId="{0ADA0F3F-295F-49D1-9D2D-EBCADB0817B4}">
      <dgm:prSet/>
      <dgm:spPr/>
      <dgm:t>
        <a:bodyPr/>
        <a:lstStyle/>
        <a:p>
          <a:endParaRPr lang="es-EC"/>
        </a:p>
      </dgm:t>
    </dgm:pt>
    <dgm:pt modelId="{B45D09BB-258A-4205-A1A9-FDCBD82F0EA4}" type="sibTrans" cxnId="{0ADA0F3F-295F-49D1-9D2D-EBCADB0817B4}">
      <dgm:prSet/>
      <dgm:spPr/>
      <dgm:t>
        <a:bodyPr/>
        <a:lstStyle/>
        <a:p>
          <a:endParaRPr lang="es-EC"/>
        </a:p>
      </dgm:t>
    </dgm:pt>
    <dgm:pt modelId="{975D69DD-A30D-4C8C-9014-5D4BD0EAC863}">
      <dgm:prSet phldrT="[Texto]"/>
      <dgm:spPr/>
      <dgm:t>
        <a:bodyPr/>
        <a:lstStyle/>
        <a:p>
          <a:r>
            <a:rPr lang="es-EC" dirty="0"/>
            <a:t>Este proyecto nace como una forma práctica de entender cómo se construyen los programas, desde lo más básico hasta crear algo funcional e interactivo.</a:t>
          </a:r>
        </a:p>
      </dgm:t>
    </dgm:pt>
    <dgm:pt modelId="{52B78A77-0A2D-41D6-ACE0-083A7BD1D697}" type="parTrans" cxnId="{5CB710CD-BA16-4727-8099-9BC6C82772B0}">
      <dgm:prSet/>
      <dgm:spPr/>
      <dgm:t>
        <a:bodyPr/>
        <a:lstStyle/>
        <a:p>
          <a:endParaRPr lang="es-EC"/>
        </a:p>
      </dgm:t>
    </dgm:pt>
    <dgm:pt modelId="{06075A5D-E6D7-44B4-B72C-34A9E26F366E}" type="sibTrans" cxnId="{5CB710CD-BA16-4727-8099-9BC6C82772B0}">
      <dgm:prSet/>
      <dgm:spPr/>
      <dgm:t>
        <a:bodyPr/>
        <a:lstStyle/>
        <a:p>
          <a:endParaRPr lang="es-EC"/>
        </a:p>
      </dgm:t>
    </dgm:pt>
    <dgm:pt modelId="{B1B1C105-9A73-412E-BFAE-2AC7106908AA}" type="pres">
      <dgm:prSet presAssocID="{64ADEAD7-7185-48EB-9E99-766B5EC5DFB9}" presName="Name0" presStyleCnt="0">
        <dgm:presLayoutVars>
          <dgm:dir/>
          <dgm:resizeHandles val="exact"/>
        </dgm:presLayoutVars>
      </dgm:prSet>
      <dgm:spPr/>
    </dgm:pt>
    <dgm:pt modelId="{A4216724-C166-41CF-9ABE-145CBB577AF2}" type="pres">
      <dgm:prSet presAssocID="{64ADEAD7-7185-48EB-9E99-766B5EC5DFB9}" presName="cycle" presStyleCnt="0"/>
      <dgm:spPr/>
    </dgm:pt>
    <dgm:pt modelId="{30BB315C-478A-432C-A012-68E38109F46D}" type="pres">
      <dgm:prSet presAssocID="{D5D431C5-4317-488F-878F-26886476702D}" presName="nodeFirstNode" presStyleLbl="node1" presStyleIdx="0" presStyleCnt="4">
        <dgm:presLayoutVars>
          <dgm:bulletEnabled val="1"/>
        </dgm:presLayoutVars>
      </dgm:prSet>
      <dgm:spPr/>
    </dgm:pt>
    <dgm:pt modelId="{742B0354-2CB5-4FBC-8960-37A0715FFD20}" type="pres">
      <dgm:prSet presAssocID="{C91CD758-42F7-43D0-8C18-1EEBCE3FF383}" presName="sibTransFirstNode" presStyleLbl="bgShp" presStyleIdx="0" presStyleCnt="1"/>
      <dgm:spPr/>
    </dgm:pt>
    <dgm:pt modelId="{0FC3938C-E517-4C8D-9AC4-7B9276315ABA}" type="pres">
      <dgm:prSet presAssocID="{9872C4B5-DB30-4F7E-9314-B1EBE29DE7D8}" presName="nodeFollowingNodes" presStyleLbl="node1" presStyleIdx="1" presStyleCnt="4">
        <dgm:presLayoutVars>
          <dgm:bulletEnabled val="1"/>
        </dgm:presLayoutVars>
      </dgm:prSet>
      <dgm:spPr/>
    </dgm:pt>
    <dgm:pt modelId="{7240294D-985D-4359-9584-5406621B1955}" type="pres">
      <dgm:prSet presAssocID="{47D4D094-2CCF-4228-AD7A-3AD1DF9241E9}" presName="nodeFollowingNodes" presStyleLbl="node1" presStyleIdx="2" presStyleCnt="4">
        <dgm:presLayoutVars>
          <dgm:bulletEnabled val="1"/>
        </dgm:presLayoutVars>
      </dgm:prSet>
      <dgm:spPr/>
    </dgm:pt>
    <dgm:pt modelId="{FDFA7B6C-608F-4187-93D2-F21AA504E9F1}" type="pres">
      <dgm:prSet presAssocID="{975D69DD-A30D-4C8C-9014-5D4BD0EAC863}" presName="nodeFollowingNodes" presStyleLbl="node1" presStyleIdx="3" presStyleCnt="4">
        <dgm:presLayoutVars>
          <dgm:bulletEnabled val="1"/>
        </dgm:presLayoutVars>
      </dgm:prSet>
      <dgm:spPr/>
    </dgm:pt>
  </dgm:ptLst>
  <dgm:cxnLst>
    <dgm:cxn modelId="{337A8F03-A1EC-46F9-A223-B7CA74D36F5B}" srcId="{64ADEAD7-7185-48EB-9E99-766B5EC5DFB9}" destId="{D5D431C5-4317-488F-878F-26886476702D}" srcOrd="0" destOrd="0" parTransId="{ABAC5E72-5DC9-4B5E-B522-385F29AF0781}" sibTransId="{C91CD758-42F7-43D0-8C18-1EEBCE3FF383}"/>
    <dgm:cxn modelId="{44FEEB21-9295-47C5-895B-FE79AA37910B}" type="presOf" srcId="{9872C4B5-DB30-4F7E-9314-B1EBE29DE7D8}" destId="{0FC3938C-E517-4C8D-9AC4-7B9276315ABA}" srcOrd="0" destOrd="0" presId="urn:microsoft.com/office/officeart/2005/8/layout/cycle3"/>
    <dgm:cxn modelId="{421C4930-148D-4817-96BA-7396EF18AB84}" type="presOf" srcId="{C91CD758-42F7-43D0-8C18-1EEBCE3FF383}" destId="{742B0354-2CB5-4FBC-8960-37A0715FFD20}" srcOrd="0" destOrd="0" presId="urn:microsoft.com/office/officeart/2005/8/layout/cycle3"/>
    <dgm:cxn modelId="{A02EEF3B-AF32-43D9-81A1-4F5D261499BB}" type="presOf" srcId="{975D69DD-A30D-4C8C-9014-5D4BD0EAC863}" destId="{FDFA7B6C-608F-4187-93D2-F21AA504E9F1}" srcOrd="0" destOrd="0" presId="urn:microsoft.com/office/officeart/2005/8/layout/cycle3"/>
    <dgm:cxn modelId="{0ADA0F3F-295F-49D1-9D2D-EBCADB0817B4}" srcId="{64ADEAD7-7185-48EB-9E99-766B5EC5DFB9}" destId="{47D4D094-2CCF-4228-AD7A-3AD1DF9241E9}" srcOrd="2" destOrd="0" parTransId="{587E63D6-48ED-4D66-8D5D-B22BA3CB51A3}" sibTransId="{B45D09BB-258A-4205-A1A9-FDCBD82F0EA4}"/>
    <dgm:cxn modelId="{C0C7B08A-8015-4AE8-9AB0-0A24A2495244}" srcId="{64ADEAD7-7185-48EB-9E99-766B5EC5DFB9}" destId="{9872C4B5-DB30-4F7E-9314-B1EBE29DE7D8}" srcOrd="1" destOrd="0" parTransId="{6234953A-D399-493D-AB04-34F106310EDE}" sibTransId="{1B160BA5-791E-49B1-B740-0072C47EDF98}"/>
    <dgm:cxn modelId="{B0DF12B1-A425-471C-A522-C2CB41CD02A0}" type="presOf" srcId="{D5D431C5-4317-488F-878F-26886476702D}" destId="{30BB315C-478A-432C-A012-68E38109F46D}" srcOrd="0" destOrd="0" presId="urn:microsoft.com/office/officeart/2005/8/layout/cycle3"/>
    <dgm:cxn modelId="{028E4CB1-C111-46E3-AB4B-CD9ACCE5953A}" type="presOf" srcId="{64ADEAD7-7185-48EB-9E99-766B5EC5DFB9}" destId="{B1B1C105-9A73-412E-BFAE-2AC7106908AA}" srcOrd="0" destOrd="0" presId="urn:microsoft.com/office/officeart/2005/8/layout/cycle3"/>
    <dgm:cxn modelId="{6992F9C7-999E-4E18-A5D2-7810A5B01EDF}" type="presOf" srcId="{47D4D094-2CCF-4228-AD7A-3AD1DF9241E9}" destId="{7240294D-985D-4359-9584-5406621B1955}" srcOrd="0" destOrd="0" presId="urn:microsoft.com/office/officeart/2005/8/layout/cycle3"/>
    <dgm:cxn modelId="{5CB710CD-BA16-4727-8099-9BC6C82772B0}" srcId="{64ADEAD7-7185-48EB-9E99-766B5EC5DFB9}" destId="{975D69DD-A30D-4C8C-9014-5D4BD0EAC863}" srcOrd="3" destOrd="0" parTransId="{52B78A77-0A2D-41D6-ACE0-083A7BD1D697}" sibTransId="{06075A5D-E6D7-44B4-B72C-34A9E26F366E}"/>
    <dgm:cxn modelId="{32C17E63-136F-4B58-A561-83A6DC5D5988}" type="presParOf" srcId="{B1B1C105-9A73-412E-BFAE-2AC7106908AA}" destId="{A4216724-C166-41CF-9ABE-145CBB577AF2}" srcOrd="0" destOrd="0" presId="urn:microsoft.com/office/officeart/2005/8/layout/cycle3"/>
    <dgm:cxn modelId="{709A9F93-29B3-428C-9177-99EC4EDB306E}" type="presParOf" srcId="{A4216724-C166-41CF-9ABE-145CBB577AF2}" destId="{30BB315C-478A-432C-A012-68E38109F46D}" srcOrd="0" destOrd="0" presId="urn:microsoft.com/office/officeart/2005/8/layout/cycle3"/>
    <dgm:cxn modelId="{5A1F4B2F-B621-42B3-9855-085EA69AF3F7}" type="presParOf" srcId="{A4216724-C166-41CF-9ABE-145CBB577AF2}" destId="{742B0354-2CB5-4FBC-8960-37A0715FFD20}" srcOrd="1" destOrd="0" presId="urn:microsoft.com/office/officeart/2005/8/layout/cycle3"/>
    <dgm:cxn modelId="{484B73C5-E5FF-4E06-B45E-C344BBC86E58}" type="presParOf" srcId="{A4216724-C166-41CF-9ABE-145CBB577AF2}" destId="{0FC3938C-E517-4C8D-9AC4-7B9276315ABA}" srcOrd="2" destOrd="0" presId="urn:microsoft.com/office/officeart/2005/8/layout/cycle3"/>
    <dgm:cxn modelId="{1CB91552-9632-445B-B577-4D9CA90E0F71}" type="presParOf" srcId="{A4216724-C166-41CF-9ABE-145CBB577AF2}" destId="{7240294D-985D-4359-9584-5406621B1955}" srcOrd="3" destOrd="0" presId="urn:microsoft.com/office/officeart/2005/8/layout/cycle3"/>
    <dgm:cxn modelId="{5090AE70-C33B-470B-B0BC-3970302103B8}" type="presParOf" srcId="{A4216724-C166-41CF-9ABE-145CBB577AF2}" destId="{FDFA7B6C-608F-4187-93D2-F21AA504E9F1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C6EEEA4-38CF-4CC9-81BF-93217771A21D}" type="doc">
      <dgm:prSet loTypeId="urn:microsoft.com/office/officeart/2005/8/layout/hProcess9" loCatId="process" qsTypeId="urn:microsoft.com/office/officeart/2005/8/quickstyle/simple1" qsCatId="simple" csTypeId="urn:microsoft.com/office/officeart/2005/8/colors/colorful4" csCatId="colorful" phldr="1"/>
      <dgm:spPr/>
    </dgm:pt>
    <dgm:pt modelId="{358C6BE3-9CA5-4391-ACDE-10234C895BCF}">
      <dgm:prSet phldrT="[Texto]"/>
      <dgm:spPr/>
      <dgm:t>
        <a:bodyPr/>
        <a:lstStyle/>
        <a:p>
          <a:r>
            <a:rPr lang="es-EC" dirty="0"/>
            <a:t>Problema que resuelve</a:t>
          </a:r>
        </a:p>
      </dgm:t>
    </dgm:pt>
    <dgm:pt modelId="{BEEAC28C-8A62-4089-B26F-0C7358AEB561}" type="parTrans" cxnId="{6DE07159-C961-4C76-B56E-3EF1725F1E13}">
      <dgm:prSet/>
      <dgm:spPr/>
      <dgm:t>
        <a:bodyPr/>
        <a:lstStyle/>
        <a:p>
          <a:endParaRPr lang="es-EC"/>
        </a:p>
      </dgm:t>
    </dgm:pt>
    <dgm:pt modelId="{FD18C4EA-0415-41FF-A416-97D12B9ADDC8}" type="sibTrans" cxnId="{6DE07159-C961-4C76-B56E-3EF1725F1E13}">
      <dgm:prSet/>
      <dgm:spPr/>
      <dgm:t>
        <a:bodyPr/>
        <a:lstStyle/>
        <a:p>
          <a:endParaRPr lang="es-EC"/>
        </a:p>
      </dgm:t>
    </dgm:pt>
    <dgm:pt modelId="{C2414C40-AED7-40BF-A1B9-EB4970814908}">
      <dgm:prSet phldrT="[Texto]"/>
      <dgm:spPr/>
      <dgm:t>
        <a:bodyPr/>
        <a:lstStyle/>
        <a:p>
          <a:r>
            <a:rPr lang="es-EC"/>
            <a:t>A menudo, los conceptos teóricos de programación pueden parecer abstractos y difíciles de relacionar con la realidad. Este trabajo resuelve esa necesidad: transforma conocimientos teóricos en una herramienta concreta, fácil de entender y de usar</a:t>
          </a:r>
          <a:endParaRPr lang="es-EC" dirty="0"/>
        </a:p>
      </dgm:t>
    </dgm:pt>
    <dgm:pt modelId="{F39690A3-80A0-4E44-867B-F2419D649ED8}" type="parTrans" cxnId="{6284D453-5E6B-41A5-AEF7-DB1B6AA6E747}">
      <dgm:prSet/>
      <dgm:spPr/>
      <dgm:t>
        <a:bodyPr/>
        <a:lstStyle/>
        <a:p>
          <a:endParaRPr lang="es-EC"/>
        </a:p>
      </dgm:t>
    </dgm:pt>
    <dgm:pt modelId="{8F3223C0-9503-46E1-A15D-50BEFB5E1937}" type="sibTrans" cxnId="{6284D453-5E6B-41A5-AEF7-DB1B6AA6E747}">
      <dgm:prSet/>
      <dgm:spPr/>
      <dgm:t>
        <a:bodyPr/>
        <a:lstStyle/>
        <a:p>
          <a:endParaRPr lang="es-EC"/>
        </a:p>
      </dgm:t>
    </dgm:pt>
    <dgm:pt modelId="{D00EB90C-156D-483A-9D26-28E0EA7680B4}">
      <dgm:prSet phldrT="[Texto]"/>
      <dgm:spPr/>
      <dgm:t>
        <a:bodyPr/>
        <a:lstStyle/>
        <a:p>
          <a:pPr algn="just"/>
          <a:r>
            <a:rPr lang="es-EC" dirty="0"/>
            <a:t>Además, ofrece una experiencia libre de errores, ya que cuenta con controles para evitar fallos por entradas incorrectas, demostrando que un buen diseño facilita la interacción entre el usuario y la máquina.</a:t>
          </a:r>
        </a:p>
      </dgm:t>
    </dgm:pt>
    <dgm:pt modelId="{3C457BE0-586B-44B9-983C-0E1E72D0632A}" type="parTrans" cxnId="{16A1FBDC-FE10-4681-B960-545428F49C6C}">
      <dgm:prSet/>
      <dgm:spPr/>
      <dgm:t>
        <a:bodyPr/>
        <a:lstStyle/>
        <a:p>
          <a:endParaRPr lang="es-EC"/>
        </a:p>
      </dgm:t>
    </dgm:pt>
    <dgm:pt modelId="{A7F42EEA-9A69-4C76-960E-8A6CE33EFD76}" type="sibTrans" cxnId="{16A1FBDC-FE10-4681-B960-545428F49C6C}">
      <dgm:prSet/>
      <dgm:spPr/>
      <dgm:t>
        <a:bodyPr/>
        <a:lstStyle/>
        <a:p>
          <a:endParaRPr lang="es-EC"/>
        </a:p>
      </dgm:t>
    </dgm:pt>
    <dgm:pt modelId="{B8880ABF-9360-4B29-841F-6993896F09D9}" type="pres">
      <dgm:prSet presAssocID="{9C6EEEA4-38CF-4CC9-81BF-93217771A21D}" presName="CompostProcess" presStyleCnt="0">
        <dgm:presLayoutVars>
          <dgm:dir/>
          <dgm:resizeHandles val="exact"/>
        </dgm:presLayoutVars>
      </dgm:prSet>
      <dgm:spPr/>
    </dgm:pt>
    <dgm:pt modelId="{E89473DA-1FDC-4E74-8AB1-E01CB3819DC6}" type="pres">
      <dgm:prSet presAssocID="{9C6EEEA4-38CF-4CC9-81BF-93217771A21D}" presName="arrow" presStyleLbl="bgShp" presStyleIdx="0" presStyleCnt="1"/>
      <dgm:spPr/>
    </dgm:pt>
    <dgm:pt modelId="{12E053DB-8D55-4E2E-9FA6-2B3E856C928B}" type="pres">
      <dgm:prSet presAssocID="{9C6EEEA4-38CF-4CC9-81BF-93217771A21D}" presName="linearProcess" presStyleCnt="0"/>
      <dgm:spPr/>
    </dgm:pt>
    <dgm:pt modelId="{315495C2-FB2D-4AC8-897A-CA330D6B707C}" type="pres">
      <dgm:prSet presAssocID="{358C6BE3-9CA5-4391-ACDE-10234C895BCF}" presName="textNode" presStyleLbl="node1" presStyleIdx="0" presStyleCnt="3">
        <dgm:presLayoutVars>
          <dgm:bulletEnabled val="1"/>
        </dgm:presLayoutVars>
      </dgm:prSet>
      <dgm:spPr/>
    </dgm:pt>
    <dgm:pt modelId="{EEEB9157-864D-48F6-9D1E-A23D3E04D131}" type="pres">
      <dgm:prSet presAssocID="{FD18C4EA-0415-41FF-A416-97D12B9ADDC8}" presName="sibTrans" presStyleCnt="0"/>
      <dgm:spPr/>
    </dgm:pt>
    <dgm:pt modelId="{7C9DAAFF-58A0-4183-A7DD-96C96CA87B4F}" type="pres">
      <dgm:prSet presAssocID="{C2414C40-AED7-40BF-A1B9-EB4970814908}" presName="textNode" presStyleLbl="node1" presStyleIdx="1" presStyleCnt="3">
        <dgm:presLayoutVars>
          <dgm:bulletEnabled val="1"/>
        </dgm:presLayoutVars>
      </dgm:prSet>
      <dgm:spPr/>
    </dgm:pt>
    <dgm:pt modelId="{4572421A-C43D-41FD-9946-9863F9C23CB0}" type="pres">
      <dgm:prSet presAssocID="{8F3223C0-9503-46E1-A15D-50BEFB5E1937}" presName="sibTrans" presStyleCnt="0"/>
      <dgm:spPr/>
    </dgm:pt>
    <dgm:pt modelId="{D33F10AC-8A19-4381-95C7-F83CE32598BE}" type="pres">
      <dgm:prSet presAssocID="{D00EB90C-156D-483A-9D26-28E0EA7680B4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25FAD203-F990-454E-A067-ED645CC33746}" type="presOf" srcId="{D00EB90C-156D-483A-9D26-28E0EA7680B4}" destId="{D33F10AC-8A19-4381-95C7-F83CE32598BE}" srcOrd="0" destOrd="0" presId="urn:microsoft.com/office/officeart/2005/8/layout/hProcess9"/>
    <dgm:cxn modelId="{A682605D-8F8B-4937-AA6C-D17410212A8E}" type="presOf" srcId="{358C6BE3-9CA5-4391-ACDE-10234C895BCF}" destId="{315495C2-FB2D-4AC8-897A-CA330D6B707C}" srcOrd="0" destOrd="0" presId="urn:microsoft.com/office/officeart/2005/8/layout/hProcess9"/>
    <dgm:cxn modelId="{6284D453-5E6B-41A5-AEF7-DB1B6AA6E747}" srcId="{9C6EEEA4-38CF-4CC9-81BF-93217771A21D}" destId="{C2414C40-AED7-40BF-A1B9-EB4970814908}" srcOrd="1" destOrd="0" parTransId="{F39690A3-80A0-4E44-867B-F2419D649ED8}" sibTransId="{8F3223C0-9503-46E1-A15D-50BEFB5E1937}"/>
    <dgm:cxn modelId="{F633D158-6BAB-4417-A9E5-1AA1245F5B1E}" type="presOf" srcId="{C2414C40-AED7-40BF-A1B9-EB4970814908}" destId="{7C9DAAFF-58A0-4183-A7DD-96C96CA87B4F}" srcOrd="0" destOrd="0" presId="urn:microsoft.com/office/officeart/2005/8/layout/hProcess9"/>
    <dgm:cxn modelId="{6DE07159-C961-4C76-B56E-3EF1725F1E13}" srcId="{9C6EEEA4-38CF-4CC9-81BF-93217771A21D}" destId="{358C6BE3-9CA5-4391-ACDE-10234C895BCF}" srcOrd="0" destOrd="0" parTransId="{BEEAC28C-8A62-4089-B26F-0C7358AEB561}" sibTransId="{FD18C4EA-0415-41FF-A416-97D12B9ADDC8}"/>
    <dgm:cxn modelId="{2ABDB690-D4A1-48DE-880D-16A7FB297149}" type="presOf" srcId="{9C6EEEA4-38CF-4CC9-81BF-93217771A21D}" destId="{B8880ABF-9360-4B29-841F-6993896F09D9}" srcOrd="0" destOrd="0" presId="urn:microsoft.com/office/officeart/2005/8/layout/hProcess9"/>
    <dgm:cxn modelId="{16A1FBDC-FE10-4681-B960-545428F49C6C}" srcId="{9C6EEEA4-38CF-4CC9-81BF-93217771A21D}" destId="{D00EB90C-156D-483A-9D26-28E0EA7680B4}" srcOrd="2" destOrd="0" parTransId="{3C457BE0-586B-44B9-983C-0E1E72D0632A}" sibTransId="{A7F42EEA-9A69-4C76-960E-8A6CE33EFD76}"/>
    <dgm:cxn modelId="{AE663ED3-BF51-40EF-BF62-7279971FC80B}" type="presParOf" srcId="{B8880ABF-9360-4B29-841F-6993896F09D9}" destId="{E89473DA-1FDC-4E74-8AB1-E01CB3819DC6}" srcOrd="0" destOrd="0" presId="urn:microsoft.com/office/officeart/2005/8/layout/hProcess9"/>
    <dgm:cxn modelId="{27FC6201-9813-43D3-AC77-1DAF35EFD600}" type="presParOf" srcId="{B8880ABF-9360-4B29-841F-6993896F09D9}" destId="{12E053DB-8D55-4E2E-9FA6-2B3E856C928B}" srcOrd="1" destOrd="0" presId="urn:microsoft.com/office/officeart/2005/8/layout/hProcess9"/>
    <dgm:cxn modelId="{2839E792-8289-478A-A5B9-163E349857C3}" type="presParOf" srcId="{12E053DB-8D55-4E2E-9FA6-2B3E856C928B}" destId="{315495C2-FB2D-4AC8-897A-CA330D6B707C}" srcOrd="0" destOrd="0" presId="urn:microsoft.com/office/officeart/2005/8/layout/hProcess9"/>
    <dgm:cxn modelId="{EC9C5665-EFD4-4E6C-9A99-9CD422A26996}" type="presParOf" srcId="{12E053DB-8D55-4E2E-9FA6-2B3E856C928B}" destId="{EEEB9157-864D-48F6-9D1E-A23D3E04D131}" srcOrd="1" destOrd="0" presId="urn:microsoft.com/office/officeart/2005/8/layout/hProcess9"/>
    <dgm:cxn modelId="{076AC4BA-7087-4F75-BD25-D54144BAB381}" type="presParOf" srcId="{12E053DB-8D55-4E2E-9FA6-2B3E856C928B}" destId="{7C9DAAFF-58A0-4183-A7DD-96C96CA87B4F}" srcOrd="2" destOrd="0" presId="urn:microsoft.com/office/officeart/2005/8/layout/hProcess9"/>
    <dgm:cxn modelId="{AF94EFE5-33A4-4A65-AD07-BE19BED30C52}" type="presParOf" srcId="{12E053DB-8D55-4E2E-9FA6-2B3E856C928B}" destId="{4572421A-C43D-41FD-9946-9863F9C23CB0}" srcOrd="3" destOrd="0" presId="urn:microsoft.com/office/officeart/2005/8/layout/hProcess9"/>
    <dgm:cxn modelId="{B6ADD8FA-E6E9-4623-87D9-ED43B4BED75A}" type="presParOf" srcId="{12E053DB-8D55-4E2E-9FA6-2B3E856C928B}" destId="{D33F10AC-8A19-4381-95C7-F83CE32598BE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08F596B-0CED-489B-82B1-A18740CC4EDC}" type="doc">
      <dgm:prSet loTypeId="urn:microsoft.com/office/officeart/2005/8/layout/radial6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EC"/>
        </a:p>
      </dgm:t>
    </dgm:pt>
    <dgm:pt modelId="{851C770A-04C4-4E61-97E4-832D3F534566}">
      <dgm:prSet phldrT="[Texto]"/>
      <dgm:spPr/>
      <dgm:t>
        <a:bodyPr/>
        <a:lstStyle/>
        <a:p>
          <a:r>
            <a:rPr lang="es-EC" dirty="0"/>
            <a:t>Objetivos</a:t>
          </a:r>
        </a:p>
      </dgm:t>
    </dgm:pt>
    <dgm:pt modelId="{2BE38617-714B-4829-9E1B-3995289F8B05}" type="parTrans" cxnId="{AA6596C2-504D-4D35-A225-8540CA1661D1}">
      <dgm:prSet/>
      <dgm:spPr/>
      <dgm:t>
        <a:bodyPr/>
        <a:lstStyle/>
        <a:p>
          <a:endParaRPr lang="es-EC"/>
        </a:p>
      </dgm:t>
    </dgm:pt>
    <dgm:pt modelId="{B1E903D7-51A0-4F95-BD4E-EE59FE4C8058}" type="sibTrans" cxnId="{AA6596C2-504D-4D35-A225-8540CA1661D1}">
      <dgm:prSet/>
      <dgm:spPr/>
      <dgm:t>
        <a:bodyPr/>
        <a:lstStyle/>
        <a:p>
          <a:endParaRPr lang="es-EC"/>
        </a:p>
      </dgm:t>
    </dgm:pt>
    <dgm:pt modelId="{EAC34197-9B98-40E5-A8E6-60F14EA331CB}">
      <dgm:prSet phldrT="[Texto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s-EC" sz="1700" dirty="0"/>
            <a:t>Aplicar los fundamentos de lógica y programación vistos en clase. </a:t>
          </a:r>
        </a:p>
      </dgm:t>
    </dgm:pt>
    <dgm:pt modelId="{AC541655-3E8F-4240-B1E6-A3C49551FB16}" type="parTrans" cxnId="{7C95AE6E-D811-411F-8C2E-66449BAFE54B}">
      <dgm:prSet/>
      <dgm:spPr/>
      <dgm:t>
        <a:bodyPr/>
        <a:lstStyle/>
        <a:p>
          <a:endParaRPr lang="es-EC"/>
        </a:p>
      </dgm:t>
    </dgm:pt>
    <dgm:pt modelId="{628B6211-C6C6-4D76-A8BD-4182320588A6}" type="sibTrans" cxnId="{7C95AE6E-D811-411F-8C2E-66449BAFE54B}">
      <dgm:prSet/>
      <dgm:spPr/>
      <dgm:t>
        <a:bodyPr/>
        <a:lstStyle/>
        <a:p>
          <a:endParaRPr lang="es-EC"/>
        </a:p>
      </dgm:t>
    </dgm:pt>
    <dgm:pt modelId="{0FD4567E-7231-48C9-BADA-BAA439FB336C}">
      <dgm:prSet phldrT="[Texto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s-EC" sz="1700" dirty="0"/>
            <a:t>Desarrollar un sistema ordenado, modular y fácil de mantener.</a:t>
          </a:r>
        </a:p>
      </dgm:t>
    </dgm:pt>
    <dgm:pt modelId="{A89FFD95-75E8-4EC8-87F0-CA4C469A67E7}" type="parTrans" cxnId="{DBEADD9E-ADB9-4F7B-BF36-20B0BB83BB8E}">
      <dgm:prSet/>
      <dgm:spPr/>
      <dgm:t>
        <a:bodyPr/>
        <a:lstStyle/>
        <a:p>
          <a:endParaRPr lang="es-EC"/>
        </a:p>
      </dgm:t>
    </dgm:pt>
    <dgm:pt modelId="{042DF278-FF68-47FD-A2D5-E03A9200EB2A}" type="sibTrans" cxnId="{DBEADD9E-ADB9-4F7B-BF36-20B0BB83BB8E}">
      <dgm:prSet/>
      <dgm:spPr/>
      <dgm:t>
        <a:bodyPr/>
        <a:lstStyle/>
        <a:p>
          <a:endParaRPr lang="es-EC"/>
        </a:p>
      </dgm:t>
    </dgm:pt>
    <dgm:pt modelId="{A5DA1FE8-3BC4-49EE-B275-5C94F321D267}">
      <dgm:prSet phldrT="[Texto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s-EC" sz="1700" dirty="0"/>
            <a:t>Crear una interfaz sencilla, segura y amigable para el usuario.</a:t>
          </a:r>
        </a:p>
      </dgm:t>
    </dgm:pt>
    <dgm:pt modelId="{2E693254-AF00-47E1-A72B-D5C33A19333E}" type="parTrans" cxnId="{B4D012FD-6F98-45C0-8B64-586035D85BA0}">
      <dgm:prSet/>
      <dgm:spPr/>
      <dgm:t>
        <a:bodyPr/>
        <a:lstStyle/>
        <a:p>
          <a:endParaRPr lang="es-EC"/>
        </a:p>
      </dgm:t>
    </dgm:pt>
    <dgm:pt modelId="{87935AA8-1860-4BBC-A061-78AB1D25C931}" type="sibTrans" cxnId="{B4D012FD-6F98-45C0-8B64-586035D85BA0}">
      <dgm:prSet/>
      <dgm:spPr/>
      <dgm:t>
        <a:bodyPr/>
        <a:lstStyle/>
        <a:p>
          <a:endParaRPr lang="es-EC"/>
        </a:p>
      </dgm:t>
    </dgm:pt>
    <dgm:pt modelId="{96C6A9BD-A6FA-4F7F-9930-721523537D23}">
      <dgm:prSet phldrT="[Texto]" custT="1"/>
      <dgm:spPr/>
      <dgm:t>
        <a:bodyPr/>
        <a:lstStyle/>
        <a:p>
          <a:r>
            <a:rPr lang="es-EC" sz="1700" dirty="0"/>
            <a:t>Demostrar cómo conceptos básicos sirven para construir soluciones útiles</a:t>
          </a:r>
          <a:r>
            <a:rPr lang="es-EC" sz="1600" dirty="0"/>
            <a:t>.</a:t>
          </a:r>
        </a:p>
      </dgm:t>
    </dgm:pt>
    <dgm:pt modelId="{E86FFB5C-6685-4D7A-B419-CAC728F25618}" type="parTrans" cxnId="{7C92C3A4-013D-4084-8F29-255B26C176AB}">
      <dgm:prSet/>
      <dgm:spPr/>
      <dgm:t>
        <a:bodyPr/>
        <a:lstStyle/>
        <a:p>
          <a:endParaRPr lang="es-EC"/>
        </a:p>
      </dgm:t>
    </dgm:pt>
    <dgm:pt modelId="{513DA2F6-DC98-4A99-87A8-96F105D3D1EE}" type="sibTrans" cxnId="{7C92C3A4-013D-4084-8F29-255B26C176AB}">
      <dgm:prSet/>
      <dgm:spPr/>
      <dgm:t>
        <a:bodyPr/>
        <a:lstStyle/>
        <a:p>
          <a:endParaRPr lang="es-EC"/>
        </a:p>
      </dgm:t>
    </dgm:pt>
    <dgm:pt modelId="{4C8C9AB5-309D-4BA7-8FF8-37E82972BC9D}" type="pres">
      <dgm:prSet presAssocID="{F08F596B-0CED-489B-82B1-A18740CC4EDC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3BBE664-6118-42E8-AFF2-CB31F743A341}" type="pres">
      <dgm:prSet presAssocID="{851C770A-04C4-4E61-97E4-832D3F534566}" presName="centerShape" presStyleLbl="node0" presStyleIdx="0" presStyleCnt="1" custScaleX="85265" custScaleY="59615"/>
      <dgm:spPr/>
    </dgm:pt>
    <dgm:pt modelId="{ED7E421B-99EA-4AB6-93AA-091CBAC629B2}" type="pres">
      <dgm:prSet presAssocID="{EAC34197-9B98-40E5-A8E6-60F14EA331CB}" presName="node" presStyleLbl="node1" presStyleIdx="0" presStyleCnt="4" custScaleX="135731">
        <dgm:presLayoutVars>
          <dgm:bulletEnabled val="1"/>
        </dgm:presLayoutVars>
      </dgm:prSet>
      <dgm:spPr/>
    </dgm:pt>
    <dgm:pt modelId="{29E836AC-5DDC-4B57-8D77-EB2285288EE4}" type="pres">
      <dgm:prSet presAssocID="{EAC34197-9B98-40E5-A8E6-60F14EA331CB}" presName="dummy" presStyleCnt="0"/>
      <dgm:spPr/>
    </dgm:pt>
    <dgm:pt modelId="{48E8B267-37B4-43F9-B579-5E386F053CCE}" type="pres">
      <dgm:prSet presAssocID="{628B6211-C6C6-4D76-A8BD-4182320588A6}" presName="sibTrans" presStyleLbl="sibTrans2D1" presStyleIdx="0" presStyleCnt="4"/>
      <dgm:spPr/>
    </dgm:pt>
    <dgm:pt modelId="{8E2D6DFA-868D-4E9B-B6C4-5E833FAC5139}" type="pres">
      <dgm:prSet presAssocID="{0FD4567E-7231-48C9-BADA-BAA439FB336C}" presName="node" presStyleLbl="node1" presStyleIdx="1" presStyleCnt="4" custScaleX="133895">
        <dgm:presLayoutVars>
          <dgm:bulletEnabled val="1"/>
        </dgm:presLayoutVars>
      </dgm:prSet>
      <dgm:spPr/>
    </dgm:pt>
    <dgm:pt modelId="{B6B2733E-A6D7-48B2-84EE-4E9D23972411}" type="pres">
      <dgm:prSet presAssocID="{0FD4567E-7231-48C9-BADA-BAA439FB336C}" presName="dummy" presStyleCnt="0"/>
      <dgm:spPr/>
    </dgm:pt>
    <dgm:pt modelId="{37F035DC-9034-4B35-BC76-EBDB4815CEAB}" type="pres">
      <dgm:prSet presAssocID="{042DF278-FF68-47FD-A2D5-E03A9200EB2A}" presName="sibTrans" presStyleLbl="sibTrans2D1" presStyleIdx="1" presStyleCnt="4"/>
      <dgm:spPr/>
    </dgm:pt>
    <dgm:pt modelId="{CFE0822F-9886-4DB2-8B28-D5C8F8662787}" type="pres">
      <dgm:prSet presAssocID="{A5DA1FE8-3BC4-49EE-B275-5C94F321D267}" presName="node" presStyleLbl="node1" presStyleIdx="2" presStyleCnt="4" custScaleX="134581" custScaleY="100361">
        <dgm:presLayoutVars>
          <dgm:bulletEnabled val="1"/>
        </dgm:presLayoutVars>
      </dgm:prSet>
      <dgm:spPr/>
    </dgm:pt>
    <dgm:pt modelId="{321AA037-78F1-4799-92F1-8E39AF9BF140}" type="pres">
      <dgm:prSet presAssocID="{A5DA1FE8-3BC4-49EE-B275-5C94F321D267}" presName="dummy" presStyleCnt="0"/>
      <dgm:spPr/>
    </dgm:pt>
    <dgm:pt modelId="{4CFB683E-A468-4266-BE93-E7A422BE4C9C}" type="pres">
      <dgm:prSet presAssocID="{87935AA8-1860-4BBC-A061-78AB1D25C931}" presName="sibTrans" presStyleLbl="sibTrans2D1" presStyleIdx="2" presStyleCnt="4"/>
      <dgm:spPr/>
    </dgm:pt>
    <dgm:pt modelId="{765990F6-8CB5-4DCD-BF16-D9AD54104FBC}" type="pres">
      <dgm:prSet presAssocID="{96C6A9BD-A6FA-4F7F-9930-721523537D23}" presName="node" presStyleLbl="node1" presStyleIdx="3" presStyleCnt="4" custScaleX="130786" custScaleY="107340">
        <dgm:presLayoutVars>
          <dgm:bulletEnabled val="1"/>
        </dgm:presLayoutVars>
      </dgm:prSet>
      <dgm:spPr/>
    </dgm:pt>
    <dgm:pt modelId="{87F5D07B-0EEC-42C3-B2CD-2CF38AAFDF7A}" type="pres">
      <dgm:prSet presAssocID="{96C6A9BD-A6FA-4F7F-9930-721523537D23}" presName="dummy" presStyleCnt="0"/>
      <dgm:spPr/>
    </dgm:pt>
    <dgm:pt modelId="{BD8FEF4D-A1F9-403D-90A3-54F4CAEF8619}" type="pres">
      <dgm:prSet presAssocID="{513DA2F6-DC98-4A99-87A8-96F105D3D1EE}" presName="sibTrans" presStyleLbl="sibTrans2D1" presStyleIdx="3" presStyleCnt="4"/>
      <dgm:spPr/>
    </dgm:pt>
  </dgm:ptLst>
  <dgm:cxnLst>
    <dgm:cxn modelId="{49EDC803-357F-4149-BFAD-E08AF700E499}" type="presOf" srcId="{A5DA1FE8-3BC4-49EE-B275-5C94F321D267}" destId="{CFE0822F-9886-4DB2-8B28-D5C8F8662787}" srcOrd="0" destOrd="0" presId="urn:microsoft.com/office/officeart/2005/8/layout/radial6"/>
    <dgm:cxn modelId="{1AA5495C-B0CC-4357-98FC-301BCFE3734A}" type="presOf" srcId="{EAC34197-9B98-40E5-A8E6-60F14EA331CB}" destId="{ED7E421B-99EA-4AB6-93AA-091CBAC629B2}" srcOrd="0" destOrd="0" presId="urn:microsoft.com/office/officeart/2005/8/layout/radial6"/>
    <dgm:cxn modelId="{57EDCB68-4205-464A-9960-5A47B9C1BE72}" type="presOf" srcId="{042DF278-FF68-47FD-A2D5-E03A9200EB2A}" destId="{37F035DC-9034-4B35-BC76-EBDB4815CEAB}" srcOrd="0" destOrd="0" presId="urn:microsoft.com/office/officeart/2005/8/layout/radial6"/>
    <dgm:cxn modelId="{7C95AE6E-D811-411F-8C2E-66449BAFE54B}" srcId="{851C770A-04C4-4E61-97E4-832D3F534566}" destId="{EAC34197-9B98-40E5-A8E6-60F14EA331CB}" srcOrd="0" destOrd="0" parTransId="{AC541655-3E8F-4240-B1E6-A3C49551FB16}" sibTransId="{628B6211-C6C6-4D76-A8BD-4182320588A6}"/>
    <dgm:cxn modelId="{1C13FA57-8385-4F60-935E-37C41939C089}" type="presOf" srcId="{F08F596B-0CED-489B-82B1-A18740CC4EDC}" destId="{4C8C9AB5-309D-4BA7-8FF8-37E82972BC9D}" srcOrd="0" destOrd="0" presId="urn:microsoft.com/office/officeart/2005/8/layout/radial6"/>
    <dgm:cxn modelId="{75CB1189-FEFE-44BC-ABFA-F665BF3C316D}" type="presOf" srcId="{628B6211-C6C6-4D76-A8BD-4182320588A6}" destId="{48E8B267-37B4-43F9-B579-5E386F053CCE}" srcOrd="0" destOrd="0" presId="urn:microsoft.com/office/officeart/2005/8/layout/radial6"/>
    <dgm:cxn modelId="{B8AA5899-7C2C-4BCD-AB25-2420CC2822E4}" type="presOf" srcId="{851C770A-04C4-4E61-97E4-832D3F534566}" destId="{63BBE664-6118-42E8-AFF2-CB31F743A341}" srcOrd="0" destOrd="0" presId="urn:microsoft.com/office/officeart/2005/8/layout/radial6"/>
    <dgm:cxn modelId="{DBEADD9E-ADB9-4F7B-BF36-20B0BB83BB8E}" srcId="{851C770A-04C4-4E61-97E4-832D3F534566}" destId="{0FD4567E-7231-48C9-BADA-BAA439FB336C}" srcOrd="1" destOrd="0" parTransId="{A89FFD95-75E8-4EC8-87F0-CA4C469A67E7}" sibTransId="{042DF278-FF68-47FD-A2D5-E03A9200EB2A}"/>
    <dgm:cxn modelId="{C23104A0-FB68-4B55-AE1F-F34C1A5160C6}" type="presOf" srcId="{96C6A9BD-A6FA-4F7F-9930-721523537D23}" destId="{765990F6-8CB5-4DCD-BF16-D9AD54104FBC}" srcOrd="0" destOrd="0" presId="urn:microsoft.com/office/officeart/2005/8/layout/radial6"/>
    <dgm:cxn modelId="{7C92C3A4-013D-4084-8F29-255B26C176AB}" srcId="{851C770A-04C4-4E61-97E4-832D3F534566}" destId="{96C6A9BD-A6FA-4F7F-9930-721523537D23}" srcOrd="3" destOrd="0" parTransId="{E86FFB5C-6685-4D7A-B419-CAC728F25618}" sibTransId="{513DA2F6-DC98-4A99-87A8-96F105D3D1EE}"/>
    <dgm:cxn modelId="{A724F0AB-02E7-486F-A0C9-3E34E91EF03A}" type="presOf" srcId="{513DA2F6-DC98-4A99-87A8-96F105D3D1EE}" destId="{BD8FEF4D-A1F9-403D-90A3-54F4CAEF8619}" srcOrd="0" destOrd="0" presId="urn:microsoft.com/office/officeart/2005/8/layout/radial6"/>
    <dgm:cxn modelId="{716A47BB-A298-4568-BEB4-AC23A58B8D93}" type="presOf" srcId="{87935AA8-1860-4BBC-A061-78AB1D25C931}" destId="{4CFB683E-A468-4266-BE93-E7A422BE4C9C}" srcOrd="0" destOrd="0" presId="urn:microsoft.com/office/officeart/2005/8/layout/radial6"/>
    <dgm:cxn modelId="{AA6596C2-504D-4D35-A225-8540CA1661D1}" srcId="{F08F596B-0CED-489B-82B1-A18740CC4EDC}" destId="{851C770A-04C4-4E61-97E4-832D3F534566}" srcOrd="0" destOrd="0" parTransId="{2BE38617-714B-4829-9E1B-3995289F8B05}" sibTransId="{B1E903D7-51A0-4F95-BD4E-EE59FE4C8058}"/>
    <dgm:cxn modelId="{7374D0D1-5EA5-455A-AC9D-660E94E03686}" type="presOf" srcId="{0FD4567E-7231-48C9-BADA-BAA439FB336C}" destId="{8E2D6DFA-868D-4E9B-B6C4-5E833FAC5139}" srcOrd="0" destOrd="0" presId="urn:microsoft.com/office/officeart/2005/8/layout/radial6"/>
    <dgm:cxn modelId="{B4D012FD-6F98-45C0-8B64-586035D85BA0}" srcId="{851C770A-04C4-4E61-97E4-832D3F534566}" destId="{A5DA1FE8-3BC4-49EE-B275-5C94F321D267}" srcOrd="2" destOrd="0" parTransId="{2E693254-AF00-47E1-A72B-D5C33A19333E}" sibTransId="{87935AA8-1860-4BBC-A061-78AB1D25C931}"/>
    <dgm:cxn modelId="{7034E013-2521-482F-9E33-351BA30F80B6}" type="presParOf" srcId="{4C8C9AB5-309D-4BA7-8FF8-37E82972BC9D}" destId="{63BBE664-6118-42E8-AFF2-CB31F743A341}" srcOrd="0" destOrd="0" presId="urn:microsoft.com/office/officeart/2005/8/layout/radial6"/>
    <dgm:cxn modelId="{1C596443-0B59-42FD-9846-51CD188E9421}" type="presParOf" srcId="{4C8C9AB5-309D-4BA7-8FF8-37E82972BC9D}" destId="{ED7E421B-99EA-4AB6-93AA-091CBAC629B2}" srcOrd="1" destOrd="0" presId="urn:microsoft.com/office/officeart/2005/8/layout/radial6"/>
    <dgm:cxn modelId="{85F9B514-F27E-414F-9C41-DB8D0F790EE1}" type="presParOf" srcId="{4C8C9AB5-309D-4BA7-8FF8-37E82972BC9D}" destId="{29E836AC-5DDC-4B57-8D77-EB2285288EE4}" srcOrd="2" destOrd="0" presId="urn:microsoft.com/office/officeart/2005/8/layout/radial6"/>
    <dgm:cxn modelId="{3EBE71F1-F67A-4036-A109-4F7EABDE715F}" type="presParOf" srcId="{4C8C9AB5-309D-4BA7-8FF8-37E82972BC9D}" destId="{48E8B267-37B4-43F9-B579-5E386F053CCE}" srcOrd="3" destOrd="0" presId="urn:microsoft.com/office/officeart/2005/8/layout/radial6"/>
    <dgm:cxn modelId="{3307EBB4-3238-437D-B604-D78E055C9B9E}" type="presParOf" srcId="{4C8C9AB5-309D-4BA7-8FF8-37E82972BC9D}" destId="{8E2D6DFA-868D-4E9B-B6C4-5E833FAC5139}" srcOrd="4" destOrd="0" presId="urn:microsoft.com/office/officeart/2005/8/layout/radial6"/>
    <dgm:cxn modelId="{D4B75EF0-B797-49B9-9489-4A7725E6E476}" type="presParOf" srcId="{4C8C9AB5-309D-4BA7-8FF8-37E82972BC9D}" destId="{B6B2733E-A6D7-48B2-84EE-4E9D23972411}" srcOrd="5" destOrd="0" presId="urn:microsoft.com/office/officeart/2005/8/layout/radial6"/>
    <dgm:cxn modelId="{F82F4AEB-519D-4157-A79F-DCCA34C35012}" type="presParOf" srcId="{4C8C9AB5-309D-4BA7-8FF8-37E82972BC9D}" destId="{37F035DC-9034-4B35-BC76-EBDB4815CEAB}" srcOrd="6" destOrd="0" presId="urn:microsoft.com/office/officeart/2005/8/layout/radial6"/>
    <dgm:cxn modelId="{736E3650-F042-47DD-AA96-75F44ECBF9DD}" type="presParOf" srcId="{4C8C9AB5-309D-4BA7-8FF8-37E82972BC9D}" destId="{CFE0822F-9886-4DB2-8B28-D5C8F8662787}" srcOrd="7" destOrd="0" presId="urn:microsoft.com/office/officeart/2005/8/layout/radial6"/>
    <dgm:cxn modelId="{2B066DCC-E4F6-4B1B-9618-60BBF4FFA4BC}" type="presParOf" srcId="{4C8C9AB5-309D-4BA7-8FF8-37E82972BC9D}" destId="{321AA037-78F1-4799-92F1-8E39AF9BF140}" srcOrd="8" destOrd="0" presId="urn:microsoft.com/office/officeart/2005/8/layout/radial6"/>
    <dgm:cxn modelId="{0242E46A-DCA9-4A4F-B97E-C34CA63289BD}" type="presParOf" srcId="{4C8C9AB5-309D-4BA7-8FF8-37E82972BC9D}" destId="{4CFB683E-A468-4266-BE93-E7A422BE4C9C}" srcOrd="9" destOrd="0" presId="urn:microsoft.com/office/officeart/2005/8/layout/radial6"/>
    <dgm:cxn modelId="{B8397702-4484-415F-85BF-D666A32F76E7}" type="presParOf" srcId="{4C8C9AB5-309D-4BA7-8FF8-37E82972BC9D}" destId="{765990F6-8CB5-4DCD-BF16-D9AD54104FBC}" srcOrd="10" destOrd="0" presId="urn:microsoft.com/office/officeart/2005/8/layout/radial6"/>
    <dgm:cxn modelId="{8093C825-DB6C-4813-9669-468F31B195E4}" type="presParOf" srcId="{4C8C9AB5-309D-4BA7-8FF8-37E82972BC9D}" destId="{87F5D07B-0EEC-42C3-B2CD-2CF38AAFDF7A}" srcOrd="11" destOrd="0" presId="urn:microsoft.com/office/officeart/2005/8/layout/radial6"/>
    <dgm:cxn modelId="{DCE06779-02E5-4878-9129-BEFFAF8672B3}" type="presParOf" srcId="{4C8C9AB5-309D-4BA7-8FF8-37E82972BC9D}" destId="{BD8FEF4D-A1F9-403D-90A3-54F4CAEF8619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2B0354-2CB5-4FBC-8960-37A0715FFD20}">
      <dsp:nvSpPr>
        <dsp:cNvPr id="0" name=""/>
        <dsp:cNvSpPr/>
      </dsp:nvSpPr>
      <dsp:spPr>
        <a:xfrm>
          <a:off x="1475371" y="-125479"/>
          <a:ext cx="5177256" cy="5177256"/>
        </a:xfrm>
        <a:prstGeom prst="circularArrow">
          <a:avLst>
            <a:gd name="adj1" fmla="val 4668"/>
            <a:gd name="adj2" fmla="val 272909"/>
            <a:gd name="adj3" fmla="val 12888704"/>
            <a:gd name="adj4" fmla="val 17991876"/>
            <a:gd name="adj5" fmla="val 4847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BB315C-478A-432C-A012-68E38109F46D}">
      <dsp:nvSpPr>
        <dsp:cNvPr id="0" name=""/>
        <dsp:cNvSpPr/>
      </dsp:nvSpPr>
      <dsp:spPr>
        <a:xfrm>
          <a:off x="2365374" y="1042"/>
          <a:ext cx="3397249" cy="169862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CONTEXTO</a:t>
          </a:r>
          <a:endParaRPr lang="es-EC" sz="1800" kern="1200" dirty="0"/>
        </a:p>
      </dsp:txBody>
      <dsp:txXfrm>
        <a:off x="2448294" y="83962"/>
        <a:ext cx="3231409" cy="1532784"/>
      </dsp:txXfrm>
    </dsp:sp>
    <dsp:sp modelId="{0FC3938C-E517-4C8D-9AC4-7B9276315ABA}">
      <dsp:nvSpPr>
        <dsp:cNvPr id="0" name=""/>
        <dsp:cNvSpPr/>
      </dsp:nvSpPr>
      <dsp:spPr>
        <a:xfrm>
          <a:off x="4224353" y="1860021"/>
          <a:ext cx="3397249" cy="1698624"/>
        </a:xfrm>
        <a:prstGeom prst="roundRect">
          <a:avLst/>
        </a:prstGeom>
        <a:solidFill>
          <a:schemeClr val="accent5">
            <a:hueOff val="-1102852"/>
            <a:satOff val="-5923"/>
            <a:lumOff val="202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800" kern="1200" dirty="0"/>
            <a:t>Vivimos en una época donde la tecnología forma parte de casi todas nuestras actividades. </a:t>
          </a:r>
        </a:p>
      </dsp:txBody>
      <dsp:txXfrm>
        <a:off x="4307273" y="1942941"/>
        <a:ext cx="3231409" cy="1532784"/>
      </dsp:txXfrm>
    </dsp:sp>
    <dsp:sp modelId="{7240294D-985D-4359-9584-5406621B1955}">
      <dsp:nvSpPr>
        <dsp:cNvPr id="0" name=""/>
        <dsp:cNvSpPr/>
      </dsp:nvSpPr>
      <dsp:spPr>
        <a:xfrm>
          <a:off x="2365375" y="3718999"/>
          <a:ext cx="3397249" cy="1698624"/>
        </a:xfrm>
        <a:prstGeom prst="roundRect">
          <a:avLst/>
        </a:prstGeom>
        <a:solidFill>
          <a:schemeClr val="accent5">
            <a:hueOff val="-2205704"/>
            <a:satOff val="-11847"/>
            <a:lumOff val="405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800" kern="1200" dirty="0"/>
            <a:t>Detrás de cada aplicación, juego o sistema hay una lógica de programación que lo hace funcionar. </a:t>
          </a:r>
        </a:p>
      </dsp:txBody>
      <dsp:txXfrm>
        <a:off x="2448295" y="3801919"/>
        <a:ext cx="3231409" cy="1532784"/>
      </dsp:txXfrm>
    </dsp:sp>
    <dsp:sp modelId="{FDFA7B6C-608F-4187-93D2-F21AA504E9F1}">
      <dsp:nvSpPr>
        <dsp:cNvPr id="0" name=""/>
        <dsp:cNvSpPr/>
      </dsp:nvSpPr>
      <dsp:spPr>
        <a:xfrm>
          <a:off x="506396" y="1860021"/>
          <a:ext cx="3397249" cy="1698624"/>
        </a:xfrm>
        <a:prstGeom prst="roundRect">
          <a:avLst/>
        </a:prstGeom>
        <a:solidFill>
          <a:schemeClr val="accent5">
            <a:hueOff val="-3308557"/>
            <a:satOff val="-17770"/>
            <a:lumOff val="607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800" kern="1200" dirty="0"/>
            <a:t>Este proyecto nace como una forma práctica de entender cómo se construyen los programas, desde lo más básico hasta crear algo funcional e interactivo.</a:t>
          </a:r>
        </a:p>
      </dsp:txBody>
      <dsp:txXfrm>
        <a:off x="589316" y="1942941"/>
        <a:ext cx="3231409" cy="15327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473DA-1FDC-4E74-8AB1-E01CB3819DC6}">
      <dsp:nvSpPr>
        <dsp:cNvPr id="0" name=""/>
        <dsp:cNvSpPr/>
      </dsp:nvSpPr>
      <dsp:spPr>
        <a:xfrm>
          <a:off x="768095" y="0"/>
          <a:ext cx="8705088" cy="5693133"/>
        </a:xfrm>
        <a:prstGeom prst="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5495C2-FB2D-4AC8-897A-CA330D6B707C}">
      <dsp:nvSpPr>
        <dsp:cNvPr id="0" name=""/>
        <dsp:cNvSpPr/>
      </dsp:nvSpPr>
      <dsp:spPr>
        <a:xfrm>
          <a:off x="347043" y="1707939"/>
          <a:ext cx="3072384" cy="227725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700" kern="1200" dirty="0"/>
            <a:t>Problema que resuelve</a:t>
          </a:r>
        </a:p>
      </dsp:txBody>
      <dsp:txXfrm>
        <a:off x="458209" y="1819105"/>
        <a:ext cx="2850052" cy="2054921"/>
      </dsp:txXfrm>
    </dsp:sp>
    <dsp:sp modelId="{7C9DAAFF-58A0-4183-A7DD-96C96CA87B4F}">
      <dsp:nvSpPr>
        <dsp:cNvPr id="0" name=""/>
        <dsp:cNvSpPr/>
      </dsp:nvSpPr>
      <dsp:spPr>
        <a:xfrm>
          <a:off x="3584448" y="1707939"/>
          <a:ext cx="3072384" cy="2277253"/>
        </a:xfrm>
        <a:prstGeom prst="roundRect">
          <a:avLst/>
        </a:prstGeom>
        <a:solidFill>
          <a:schemeClr val="accent4">
            <a:hueOff val="-2362766"/>
            <a:satOff val="-3784"/>
            <a:lumOff val="39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700" kern="1200"/>
            <a:t>A menudo, los conceptos teóricos de programación pueden parecer abstractos y difíciles de relacionar con la realidad. Este trabajo resuelve esa necesidad: transforma conocimientos teóricos en una herramienta concreta, fácil de entender y de usar</a:t>
          </a:r>
          <a:endParaRPr lang="es-EC" sz="1700" kern="1200" dirty="0"/>
        </a:p>
      </dsp:txBody>
      <dsp:txXfrm>
        <a:off x="3695614" y="1819105"/>
        <a:ext cx="2850052" cy="2054921"/>
      </dsp:txXfrm>
    </dsp:sp>
    <dsp:sp modelId="{D33F10AC-8A19-4381-95C7-F83CE32598BE}">
      <dsp:nvSpPr>
        <dsp:cNvPr id="0" name=""/>
        <dsp:cNvSpPr/>
      </dsp:nvSpPr>
      <dsp:spPr>
        <a:xfrm>
          <a:off x="6821852" y="1707939"/>
          <a:ext cx="3072384" cy="2277253"/>
        </a:xfrm>
        <a:prstGeom prst="roundRect">
          <a:avLst/>
        </a:prstGeom>
        <a:solidFill>
          <a:schemeClr val="accent4">
            <a:hueOff val="-4725531"/>
            <a:satOff val="-7569"/>
            <a:lumOff val="78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700" kern="1200" dirty="0"/>
            <a:t>Además, ofrece una experiencia libre de errores, ya que cuenta con controles para evitar fallos por entradas incorrectas, demostrando que un buen diseño facilita la interacción entre el usuario y la máquina.</a:t>
          </a:r>
        </a:p>
      </dsp:txBody>
      <dsp:txXfrm>
        <a:off x="6933018" y="1819105"/>
        <a:ext cx="2850052" cy="20549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8FEF4D-A1F9-403D-90A3-54F4CAEF8619}">
      <dsp:nvSpPr>
        <dsp:cNvPr id="0" name=""/>
        <dsp:cNvSpPr/>
      </dsp:nvSpPr>
      <dsp:spPr>
        <a:xfrm>
          <a:off x="2350018" y="694482"/>
          <a:ext cx="4635427" cy="4635427"/>
        </a:xfrm>
        <a:prstGeom prst="blockArc">
          <a:avLst>
            <a:gd name="adj1" fmla="val 10800000"/>
            <a:gd name="adj2" fmla="val 16200000"/>
            <a:gd name="adj3" fmla="val 4641"/>
          </a:avLst>
        </a:prstGeom>
        <a:solidFill>
          <a:schemeClr val="accent5">
            <a:hueOff val="-3308557"/>
            <a:satOff val="-17770"/>
            <a:lumOff val="607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FB683E-A468-4266-BE93-E7A422BE4C9C}">
      <dsp:nvSpPr>
        <dsp:cNvPr id="0" name=""/>
        <dsp:cNvSpPr/>
      </dsp:nvSpPr>
      <dsp:spPr>
        <a:xfrm>
          <a:off x="2350018" y="694482"/>
          <a:ext cx="4635427" cy="4635427"/>
        </a:xfrm>
        <a:prstGeom prst="blockArc">
          <a:avLst>
            <a:gd name="adj1" fmla="val 5400000"/>
            <a:gd name="adj2" fmla="val 10800000"/>
            <a:gd name="adj3" fmla="val 4641"/>
          </a:avLst>
        </a:prstGeom>
        <a:solidFill>
          <a:schemeClr val="accent5">
            <a:hueOff val="-2205704"/>
            <a:satOff val="-11847"/>
            <a:lumOff val="405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F035DC-9034-4B35-BC76-EBDB4815CEAB}">
      <dsp:nvSpPr>
        <dsp:cNvPr id="0" name=""/>
        <dsp:cNvSpPr/>
      </dsp:nvSpPr>
      <dsp:spPr>
        <a:xfrm>
          <a:off x="2350018" y="694482"/>
          <a:ext cx="4635427" cy="4635427"/>
        </a:xfrm>
        <a:prstGeom prst="blockArc">
          <a:avLst>
            <a:gd name="adj1" fmla="val 0"/>
            <a:gd name="adj2" fmla="val 5400000"/>
            <a:gd name="adj3" fmla="val 4641"/>
          </a:avLst>
        </a:prstGeom>
        <a:solidFill>
          <a:schemeClr val="accent5">
            <a:hueOff val="-1102852"/>
            <a:satOff val="-5923"/>
            <a:lumOff val="202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E8B267-37B4-43F9-B579-5E386F053CCE}">
      <dsp:nvSpPr>
        <dsp:cNvPr id="0" name=""/>
        <dsp:cNvSpPr/>
      </dsp:nvSpPr>
      <dsp:spPr>
        <a:xfrm>
          <a:off x="2350018" y="694482"/>
          <a:ext cx="4635427" cy="4635427"/>
        </a:xfrm>
        <a:prstGeom prst="blockArc">
          <a:avLst>
            <a:gd name="adj1" fmla="val 16200000"/>
            <a:gd name="adj2" fmla="val 0"/>
            <a:gd name="adj3" fmla="val 4641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BBE664-6118-42E8-AFF2-CB31F743A341}">
      <dsp:nvSpPr>
        <dsp:cNvPr id="0" name=""/>
        <dsp:cNvSpPr/>
      </dsp:nvSpPr>
      <dsp:spPr>
        <a:xfrm>
          <a:off x="3757938" y="2376093"/>
          <a:ext cx="1819585" cy="127220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500" kern="1200" dirty="0"/>
            <a:t>Objetivos</a:t>
          </a:r>
        </a:p>
      </dsp:txBody>
      <dsp:txXfrm>
        <a:off x="4024410" y="2562403"/>
        <a:ext cx="1286641" cy="899585"/>
      </dsp:txXfrm>
    </dsp:sp>
    <dsp:sp modelId="{ED7E421B-99EA-4AB6-93AA-091CBAC629B2}">
      <dsp:nvSpPr>
        <dsp:cNvPr id="0" name=""/>
        <dsp:cNvSpPr/>
      </dsp:nvSpPr>
      <dsp:spPr>
        <a:xfrm>
          <a:off x="3653939" y="1347"/>
          <a:ext cx="2027583" cy="149382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s-EC" sz="1700" kern="1200" dirty="0"/>
            <a:t>Aplicar los fundamentos de lógica y programación vistos en clase. </a:t>
          </a:r>
        </a:p>
      </dsp:txBody>
      <dsp:txXfrm>
        <a:off x="3950872" y="220113"/>
        <a:ext cx="1433717" cy="1056293"/>
      </dsp:txXfrm>
    </dsp:sp>
    <dsp:sp modelId="{8E2D6DFA-868D-4E9B-B6C4-5E833FAC5139}">
      <dsp:nvSpPr>
        <dsp:cNvPr id="0" name=""/>
        <dsp:cNvSpPr/>
      </dsp:nvSpPr>
      <dsp:spPr>
        <a:xfrm>
          <a:off x="5931588" y="2265283"/>
          <a:ext cx="2000157" cy="1493825"/>
        </a:xfrm>
        <a:prstGeom prst="ellipse">
          <a:avLst/>
        </a:prstGeom>
        <a:solidFill>
          <a:schemeClr val="accent5">
            <a:hueOff val="-1102852"/>
            <a:satOff val="-5923"/>
            <a:lumOff val="202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s-EC" sz="1700" kern="1200" dirty="0"/>
            <a:t>Desarrollar un sistema ordenado, modular y fácil de mantener.</a:t>
          </a:r>
        </a:p>
      </dsp:txBody>
      <dsp:txXfrm>
        <a:off x="6224504" y="2484049"/>
        <a:ext cx="1414325" cy="1056293"/>
      </dsp:txXfrm>
    </dsp:sp>
    <dsp:sp modelId="{CFE0822F-9886-4DB2-8B28-D5C8F8662787}">
      <dsp:nvSpPr>
        <dsp:cNvPr id="0" name=""/>
        <dsp:cNvSpPr/>
      </dsp:nvSpPr>
      <dsp:spPr>
        <a:xfrm>
          <a:off x="3662529" y="4526522"/>
          <a:ext cx="2010404" cy="1499217"/>
        </a:xfrm>
        <a:prstGeom prst="ellipse">
          <a:avLst/>
        </a:prstGeom>
        <a:solidFill>
          <a:schemeClr val="accent5">
            <a:hueOff val="-2205704"/>
            <a:satOff val="-11847"/>
            <a:lumOff val="405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s-EC" sz="1700" kern="1200" dirty="0"/>
            <a:t>Crear una interfaz sencilla, segura y amigable para el usuario.</a:t>
          </a:r>
        </a:p>
      </dsp:txBody>
      <dsp:txXfrm>
        <a:off x="3956946" y="4746077"/>
        <a:ext cx="1421570" cy="1060107"/>
      </dsp:txXfrm>
    </dsp:sp>
    <dsp:sp modelId="{765990F6-8CB5-4DCD-BF16-D9AD54104FBC}">
      <dsp:nvSpPr>
        <dsp:cNvPr id="0" name=""/>
        <dsp:cNvSpPr/>
      </dsp:nvSpPr>
      <dsp:spPr>
        <a:xfrm>
          <a:off x="1426938" y="2210459"/>
          <a:ext cx="1953714" cy="1603472"/>
        </a:xfrm>
        <a:prstGeom prst="ellipse">
          <a:avLst/>
        </a:prstGeom>
        <a:solidFill>
          <a:schemeClr val="accent5">
            <a:hueOff val="-3308557"/>
            <a:satOff val="-17770"/>
            <a:lumOff val="607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700" kern="1200" dirty="0"/>
            <a:t>Demostrar cómo conceptos básicos sirven para construir soluciones útiles</a:t>
          </a:r>
          <a:r>
            <a:rPr lang="es-EC" sz="1600" kern="1200" dirty="0"/>
            <a:t>.</a:t>
          </a:r>
        </a:p>
      </dsp:txBody>
      <dsp:txXfrm>
        <a:off x="1713053" y="2445282"/>
        <a:ext cx="1381484" cy="11338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D24B13E-57A2-44F8-80C9-8A5176A9B878}" type="datetimeFigureOut">
              <a:rPr lang="es-EC" smtClean="0"/>
              <a:t>28/6/2026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A2099BAE-9B4F-4C2E-9260-93FDF8EC64F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9004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B13E-57A2-44F8-80C9-8A5176A9B878}" type="datetimeFigureOut">
              <a:rPr lang="es-EC" smtClean="0"/>
              <a:t>28/6/2026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9BAE-9B4F-4C2E-9260-93FDF8EC64F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39669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B13E-57A2-44F8-80C9-8A5176A9B878}" type="datetimeFigureOut">
              <a:rPr lang="es-EC" smtClean="0"/>
              <a:t>28/6/2026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9BAE-9B4F-4C2E-9260-93FDF8EC64F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00181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B13E-57A2-44F8-80C9-8A5176A9B878}" type="datetimeFigureOut">
              <a:rPr lang="es-EC" smtClean="0"/>
              <a:t>28/6/2026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9BAE-9B4F-4C2E-9260-93FDF8EC64F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22285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B13E-57A2-44F8-80C9-8A5176A9B878}" type="datetimeFigureOut">
              <a:rPr lang="es-EC" smtClean="0"/>
              <a:t>28/6/2026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9BAE-9B4F-4C2E-9260-93FDF8EC64F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94464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B13E-57A2-44F8-80C9-8A5176A9B878}" type="datetimeFigureOut">
              <a:rPr lang="es-EC" smtClean="0"/>
              <a:t>28/6/2026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9BAE-9B4F-4C2E-9260-93FDF8EC64F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15202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B13E-57A2-44F8-80C9-8A5176A9B878}" type="datetimeFigureOut">
              <a:rPr lang="es-EC" smtClean="0"/>
              <a:t>28/6/2026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9BAE-9B4F-4C2E-9260-93FDF8EC64F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7925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B13E-57A2-44F8-80C9-8A5176A9B878}" type="datetimeFigureOut">
              <a:rPr lang="es-EC" smtClean="0"/>
              <a:t>28/6/2026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9BAE-9B4F-4C2E-9260-93FDF8EC64F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6112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B13E-57A2-44F8-80C9-8A5176A9B878}" type="datetimeFigureOut">
              <a:rPr lang="es-EC" smtClean="0"/>
              <a:t>28/6/2026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9BAE-9B4F-4C2E-9260-93FDF8EC64F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49381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B13E-57A2-44F8-80C9-8A5176A9B878}" type="datetimeFigureOut">
              <a:rPr lang="es-EC" smtClean="0"/>
              <a:t>28/6/2026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9BAE-9B4F-4C2E-9260-93FDF8EC64F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53890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B13E-57A2-44F8-80C9-8A5176A9B878}" type="datetimeFigureOut">
              <a:rPr lang="es-EC" smtClean="0"/>
              <a:t>28/6/2026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9BAE-9B4F-4C2E-9260-93FDF8EC64F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45831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B13E-57A2-44F8-80C9-8A5176A9B878}" type="datetimeFigureOut">
              <a:rPr lang="es-EC" smtClean="0"/>
              <a:t>28/6/2026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9BAE-9B4F-4C2E-9260-93FDF8EC64FB}" type="slidenum">
              <a:rPr lang="es-EC" smtClean="0"/>
              <a:t>‹Nº›</a:t>
            </a:fld>
            <a:endParaRPr lang="es-EC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34911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B13E-57A2-44F8-80C9-8A5176A9B878}" type="datetimeFigureOut">
              <a:rPr lang="es-EC" smtClean="0"/>
              <a:t>28/6/2026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9BAE-9B4F-4C2E-9260-93FDF8EC64F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64218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B13E-57A2-44F8-80C9-8A5176A9B878}" type="datetimeFigureOut">
              <a:rPr lang="es-EC" smtClean="0"/>
              <a:t>28/6/2026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9BAE-9B4F-4C2E-9260-93FDF8EC64F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99796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B13E-57A2-44F8-80C9-8A5176A9B878}" type="datetimeFigureOut">
              <a:rPr lang="es-EC" smtClean="0"/>
              <a:t>28/6/2026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9BAE-9B4F-4C2E-9260-93FDF8EC64F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0065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B13E-57A2-44F8-80C9-8A5176A9B878}" type="datetimeFigureOut">
              <a:rPr lang="es-EC" smtClean="0"/>
              <a:t>28/6/2026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9BAE-9B4F-4C2E-9260-93FDF8EC64F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753017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B13E-57A2-44F8-80C9-8A5176A9B878}" type="datetimeFigureOut">
              <a:rPr lang="es-EC" smtClean="0"/>
              <a:t>28/6/2026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9BAE-9B4F-4C2E-9260-93FDF8EC64F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0345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4B13E-57A2-44F8-80C9-8A5176A9B878}" type="datetimeFigureOut">
              <a:rPr lang="es-EC" smtClean="0"/>
              <a:t>28/6/2026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99BAE-9B4F-4C2E-9260-93FDF8EC64F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485043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  <p:sldLayoutId id="2147483945" r:id="rId12"/>
    <p:sldLayoutId id="2147483946" r:id="rId13"/>
    <p:sldLayoutId id="2147483947" r:id="rId14"/>
    <p:sldLayoutId id="2147483948" r:id="rId15"/>
    <p:sldLayoutId id="2147483949" r:id="rId16"/>
    <p:sldLayoutId id="214748395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8D74C24-D7E0-F162-0A46-3CCC94239F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52168"/>
            <a:ext cx="9144000" cy="5170335"/>
          </a:xfrm>
        </p:spPr>
        <p:txBody>
          <a:bodyPr>
            <a:normAutofit fontScale="92500" lnSpcReduction="20000"/>
          </a:bodyPr>
          <a:lstStyle/>
          <a:p>
            <a:endParaRPr lang="es-MX" sz="2400" b="0" i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C" sz="1800" b="1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FACULTAD DE INGENIERÍAS DIGITALES Y TECNOLOGIAS EMERGENTES</a:t>
            </a:r>
            <a:endParaRPr lang="es-EC" sz="1800" b="1" dirty="0">
              <a:solidFill>
                <a:schemeClr val="tx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C" sz="1800" b="1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CIENCIAS DE LA COMPUTACION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2400" b="1" i="0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ui-sans-serif"/>
              </a:rPr>
              <a:t>Carrera: Ingeniería en Software</a:t>
            </a:r>
          </a:p>
          <a:p>
            <a:pPr algn="ctr"/>
            <a:r>
              <a:rPr lang="es-MX" sz="2400" b="1" i="0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ui-sans-serif"/>
              </a:rPr>
              <a:t>Asignatura: Lógica de Programación</a:t>
            </a:r>
          </a:p>
          <a:p>
            <a:endParaRPr lang="es-MX" sz="2400" b="1" i="0" dirty="0">
              <a:solidFill>
                <a:schemeClr val="tx2">
                  <a:lumMod val="40000"/>
                  <a:lumOff val="60000"/>
                </a:schemeClr>
              </a:solidFill>
              <a:effectLst/>
              <a:latin typeface="ui-sans-serif"/>
            </a:endParaRPr>
          </a:p>
          <a:p>
            <a:r>
              <a:rPr lang="es-MX" b="1" i="0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ui-sans-serif"/>
              </a:rPr>
              <a:t>🎮 </a:t>
            </a:r>
            <a:r>
              <a:rPr lang="es-MX" sz="2400" b="1" i="0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ui-sans-serif"/>
              </a:rPr>
              <a:t>PROYECTO: PIEDRA, PAPEL O TIJERA Desarrollado en Python</a:t>
            </a:r>
            <a:br>
              <a:rPr lang="es-MX" sz="2400" b="1" i="0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ui-sans-serif"/>
              </a:rPr>
            </a:br>
            <a:endParaRPr lang="es-MX" sz="2400" b="1" i="0" dirty="0">
              <a:solidFill>
                <a:schemeClr val="tx2">
                  <a:lumMod val="40000"/>
                  <a:lumOff val="60000"/>
                </a:schemeClr>
              </a:solidFill>
              <a:effectLst/>
              <a:latin typeface="ui-sans-serif"/>
            </a:endParaRPr>
          </a:p>
          <a:p>
            <a:pPr algn="ctr"/>
            <a:r>
              <a:rPr lang="es-MX" sz="2400" b="1" i="0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ui-sans-serif"/>
              </a:rPr>
              <a:t>Estudiante: Miguel Altamirano</a:t>
            </a:r>
            <a:br>
              <a:rPr lang="es-MX" sz="2400" b="1" i="0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ui-sans-serif"/>
              </a:rPr>
            </a:br>
            <a:endParaRPr lang="es-MX" sz="2400" b="1" i="0" dirty="0">
              <a:solidFill>
                <a:schemeClr val="tx2">
                  <a:lumMod val="40000"/>
                  <a:lumOff val="60000"/>
                </a:schemeClr>
              </a:solidFill>
              <a:effectLst/>
              <a:latin typeface="ui-sans-serif"/>
            </a:endParaRPr>
          </a:p>
          <a:p>
            <a:pPr algn="ctr"/>
            <a:r>
              <a:rPr lang="es-MX" sz="2400" b="1" i="0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ui-sans-serif"/>
              </a:rPr>
              <a:t>Fecha: 28 de junio de 2026</a:t>
            </a:r>
            <a:endParaRPr lang="es-EC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E9CF5CE-56D3-90C1-9E6D-16F110F969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158" b="21062"/>
          <a:stretch/>
        </p:blipFill>
        <p:spPr>
          <a:xfrm>
            <a:off x="4937760" y="341907"/>
            <a:ext cx="1362361" cy="78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695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91C2E04-9C5F-80BF-F79D-0699284AB0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788059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2573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8375223D-5FBE-DDFA-90CA-377FE5A4FC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7252488"/>
              </p:ext>
            </p:extLst>
          </p:nvPr>
        </p:nvGraphicFramePr>
        <p:xfrm>
          <a:off x="1113183" y="604299"/>
          <a:ext cx="10241280" cy="5693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2134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154C7FAE-EB12-FCB8-FCC6-14B6F604C0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726976"/>
              </p:ext>
            </p:extLst>
          </p:nvPr>
        </p:nvGraphicFramePr>
        <p:xfrm>
          <a:off x="1399429" y="310102"/>
          <a:ext cx="9358685" cy="602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5922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96022A-A358-CA5C-8D26-073FD04CF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549869"/>
            <a:ext cx="8791575" cy="881366"/>
          </a:xfrm>
        </p:spPr>
        <p:txBody>
          <a:bodyPr>
            <a:normAutofit/>
          </a:bodyPr>
          <a:lstStyle/>
          <a:p>
            <a:pPr algn="ctr"/>
            <a:r>
              <a:rPr lang="es-EC" sz="2800" b="1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Relación con el impacto tecnológico</a:t>
            </a:r>
            <a:endParaRPr lang="es-EC" sz="28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D7AD62-4840-DBF4-63DA-AE9CFF637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003729"/>
            <a:ext cx="8791575" cy="3254071"/>
          </a:xfrm>
        </p:spPr>
        <p:txBody>
          <a:bodyPr>
            <a:noAutofit/>
          </a:bodyPr>
          <a:lstStyle/>
          <a:p>
            <a:r>
              <a:rPr lang="es-EC" sz="1800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Aunque se trata de un juego sencillo, refleja principios que se aplican en sistemas mucho más grandes: la claridad, la seguridad y la adaptación al usuario. La tecnología debe servir para resolver necesidades y facilitar la vida, y este proyecto muestra que incluso desde ejercicios básicos aprendemos a construir herramientas que aportan valor a la sociedad.</a:t>
            </a:r>
            <a:endParaRPr lang="es-EC" sz="18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9592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71</TotalTime>
  <Words>295</Words>
  <Application>Microsoft Office PowerPoint</Application>
  <PresentationFormat>Panorámica</PresentationFormat>
  <Paragraphs>23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Symbol</vt:lpstr>
      <vt:lpstr>Tw Cen MT</vt:lpstr>
      <vt:lpstr>ui-sans-serif</vt:lpstr>
      <vt:lpstr>Circuito</vt:lpstr>
      <vt:lpstr>Presentación de PowerPoint</vt:lpstr>
      <vt:lpstr>Presentación de PowerPoint</vt:lpstr>
      <vt:lpstr>Presentación de PowerPoint</vt:lpstr>
      <vt:lpstr>Presentación de PowerPoint</vt:lpstr>
      <vt:lpstr>Relación con el impacto tecnológico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ASUS</dc:creator>
  <cp:lastModifiedBy>ASUS</cp:lastModifiedBy>
  <cp:revision>4</cp:revision>
  <dcterms:created xsi:type="dcterms:W3CDTF">2026-06-28T19:33:37Z</dcterms:created>
  <dcterms:modified xsi:type="dcterms:W3CDTF">2026-06-28T20:45:18Z</dcterms:modified>
</cp:coreProperties>
</file>